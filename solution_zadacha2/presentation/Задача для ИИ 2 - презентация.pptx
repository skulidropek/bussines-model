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vs base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Интервал замены</c:v>
                  </c:pt>
                  <c:pt idx="1">
                    <c:v>Цена масла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28158103</c:v>
                </c:pt>
                <c:pt idx="1">
                  <c:v>22526482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vs base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Интервал замены</c:v>
                  </c:pt>
                  <c:pt idx="1">
                    <c:v>Цена масла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-16894862</c:v>
                </c:pt>
                <c:pt idx="1">
                  <c:v>-16894862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vs base</c:v>
                </c:pt>
              </c:strCache>
            </c:strRef>
          </c:tx>
          <c:spPr>
            <a:solidFill>
              <a:srgbClr val="1976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Интервал замены</c:v>
                  </c:pt>
                  <c:pt idx="1">
                    <c:v>Цена масла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73.15</c:v>
                </c:pt>
                <c:pt idx="1">
                  <c:v>59.12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vs base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Интервал замены</c:v>
                  </c:pt>
                  <c:pt idx="1">
                    <c:v>Цена масла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-58.29</c:v>
                </c:pt>
                <c:pt idx="1">
                  <c:v>-58.29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Покупка лаборатории анализа масла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Кейс: Задача для ИИ 2 | base case: 15% discount, horizon 5 years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8E3E"/>
                </a:solidFill>
              </a:rPr>
              <a:t>РЕШЕНИЕ: ПРИНИМАТЬ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Сравнение сценариев (формульная модель в Excel):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577840" cy="192024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3113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Scenario 1: 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5603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5B89"/>
                </a:solidFill>
              </a:rPr>
              <a:t>NPV 9 624 224 ₽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8368" y="312724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IRR 44.39% | DPP 2.41 | ПРИНИМАТЬ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577840" cy="1920240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223113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Scenario 2: Conservative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64808" y="25603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5B89"/>
                </a:solidFill>
              </a:rPr>
              <a:t>NPV -1 639 017 ₽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64808" y="312724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IRR 9.32% | DPP 6.20 | ОТКЛОНИТЬ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Δ(2-1): NPV -11 263 241 ₽ | IRR -35.07% | DPP 3.79 года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</a:rPr>
              <a:t>Break-even: цена 219.64 ₽/л (при интервале 2.0), интервал 2.196 раз/мес (при цене 200 ₽/л).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Логика модели и входные параметры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Все расчеты сделаны на том же листе Excel, как требует ТЗ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B89"/>
                </a:solidFill>
              </a:rPr>
              <a:t>Исходные драйверы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Текущая частота: 3 раз/мес
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Целевая частота: 2 раз/мес
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Парк: 70 ед.; замена: 200 л
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Текущая цена масла: 150 ₽/л
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Новая цена масла: 200 ₽/л
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Лаборатория: 150 тыс. ₽/мес OPEX
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• CAPEX: 12.5 млн ₽ без НДС (t0)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097280"/>
            <a:ext cx="5669280" cy="3291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89"/>
                </a:solidFill>
              </a:rPr>
              <a:t>Формулы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1691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Savings_month = CurrentCost_month - (ProjectOilCost_month + LabOpex_month)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Savings_year = Savings_month ×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NPV = CF0 + NPV(rate, CF1:CF5)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IRR = IRR(CF0:CF5)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DPP = год до окупаемости + дробная часть года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794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3E"/>
                </a:solidFill>
              </a:rPr>
              <a:t>Годовая экономия (base): 6,600,000 ₽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Sensitivity по NPV и IRR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Факторы: цена масла и интервал замены (раз/мес)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89"/>
                </a:solidFill>
              </a:rPr>
              <a:t>Цена масла (фикс. интервал 2.0)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39496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Цена, ₽/л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NPV, 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IRR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180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32 150 706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103.51%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190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20 887 465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74.80%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9 624 224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44.39%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-1 639 017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9.32%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-7 270 638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-13.91%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220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-12 902 259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89"/>
                </a:solidFill>
              </a:rPr>
              <a:t>Интервал замены (фикс. цена 200 ₽/л)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234440"/>
          <a:ext cx="5394960" cy="320040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Интервал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NPV, 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</a:rPr>
                        <a:t>IRR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1.75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37 782 326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117.54%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1.9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20 887 465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74.80%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9 624 224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44.39%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2.1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-1 639 017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9.32%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2.15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-7 270 638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-13.91%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2.25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-18 533 879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261E"/>
                </a:solidFill>
              </a:rPr>
              <a:t>При stress-точках возможен IRR = N/A (нет смены знака cash flow).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2304A"/>
          </a:solidFill>
          <a:ln w="12700">
            <a:solidFill>
              <a:srgbClr val="123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Tornado и риски исполнения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C"/>
                </a:solidFill>
              </a:rPr>
              <a:t>Ранжирование влияния факторов на результат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96012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B89"/>
                </a:solidFill>
              </a:rPr>
              <a:t>Ключевые риски и контроль: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434340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• Риск 1: цена нового масла выше break-even
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• Риск 2: фактический интервал замены хуже плана
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• Контроль: ежемесячный мониторинг фактической цены и интервала
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</a:rPr>
              <a:t>• Триггер пересмотра: NPV rolling-прогноза &lt; 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skulidropek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кейса: покупка лаборатории</dc:title>
  <dc:subject>Финансовая модель лаборатории масла</dc:subject>
  <dc:creator>Codex</dc:creator>
  <cp:lastModifiedBy>Codex</cp:lastModifiedBy>
  <cp:revision>1</cp:revision>
  <dcterms:created xsi:type="dcterms:W3CDTF">2026-03-01T17:32:03Z</dcterms:created>
  <dcterms:modified xsi:type="dcterms:W3CDTF">2026-03-01T17:32:03Z</dcterms:modified>
</cp:coreProperties>
</file>